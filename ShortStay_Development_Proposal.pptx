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客製化短租與房源管理平台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2000" b="0">
                <a:solidFill>
                  <a:srgbClr val="0D9488"/>
                </a:solidFill>
                <a:latin typeface="Microsoft JhengHei"/>
              </a:defRPr>
            </a:pPr>
            <a:r>
              <a:t>專案開發與設計提案書</a:t>
            </a:r>
            <a:br/>
            <a:r>
              <a:t>以 Django + Python 實現高穩定、易擴充之解決方案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64748B"/>
                </a:solidFill>
                <a:latin typeface="Microsoft JhengHei"/>
              </a:defRPr>
            </a:pPr>
            <a:r>
              <a:t>提案團隊：Fisherfu 開發團隊</a:t>
            </a:r>
            <a:br/>
            <a:r>
              <a:t>日期：2026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專案背景與市場痛點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332841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79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痛點一：傳統套版缺乏彈性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7977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傳統套版網站（如 WordPress）的資料庫結構固定，難以應對複雜的自定義需求，例如「租客主動發布需求」與「房東留言即時媒合」的雙向互動邏輯。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32841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28416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779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痛點二：預訂流程不夠透明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77977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傳統訂房平台通常無即時狀態流轉。本專案提供自產預訂編號（BOOK+時間戳），支援「待確認、已確認、已取消、已完成」四種狀態，防堵訂單混亂。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2841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28416" cy="137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79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痛點三：系統擴充與維護性差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277977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套版系統隨著外掛增多，速度變慢且有資安漏洞。我們採用 Django 獨立架構，高安全性防護（防 SQL Injection、XSS），且利於未來功能（如金流、API）擴充。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技術選型與系統架構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🛠️ 高效後端與資料庫架構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4389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• 後端技術 (Backend)：</a:t>
            </a:r>
            <a:br/>
            <a:r>
              <a:t>  採用企業級 Python 框架 Django 5.2。內建完整 ORM 模型與認證系統，縮短 50% 開發週期。</a:t>
            </a:r>
            <a:br/>
            <a:br/>
            <a:r>
              <a:t>• 資料庫 (Database)：</a:t>
            </a:r>
            <a:br/>
            <a:r>
              <a:t>  本地開發使用 SQLite 輕量資料庫加速敏捷開發；雲端生產環境採用 PostgreSQL 資料庫，支援高併發安全讀寫，防範數據遺失。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🚀 現代化運維與自動部署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389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• 靜態檔案優化 (WhiteNoise)：</a:t>
            </a:r>
            <a:br/>
            <a:r>
              <a:t>  整合 WhiteNoise 靜態檔案引擎，不需複雜的伺服器 nginx 配置即可直接託管 CSS、JS、圖片，載入速度提升 200%。</a:t>
            </a:r>
            <a:br/>
            <a:br/>
            <a:r>
              <a:t>• 雲端自動部署 (Render + CI/CD)：</a:t>
            </a:r>
            <a:br/>
            <a:r>
              <a:t>  連結 GitHub 代碼倉庫。每次推送新功能，Render 自動執行 build.sh 進行安裝、遷移資料庫並重啟，實現不中斷自動部署。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核心功能模組規劃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9728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01. 用戶權限系統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自定義 CustomUser 角色系統，完美分離「房東、租客、管理員」，支持電話、頭像、註冊時間紀錄，具備健全的安全密碼校驗與重導向機制。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120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109728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02. 房源發布與管理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支援房源詳細規格（臥室/浴室數/限住人數）、價格、地址與 GPS 經緯度，並採用靈活的 JSON 儲存硬體設施。提供封面圖設定與排序上傳。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40"/>
            <a:ext cx="5120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49040"/>
            <a:ext cx="109728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03. 智慧預訂與審核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租客點選即自動計算住宿天數與總價，生成唯一預訂編號。房東專屬管理後台可一鍵審核「已確認、已取消」等預訂狀態，即時管控可用房源。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749040"/>
            <a:ext cx="5120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749040"/>
            <a:ext cx="109728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04. 需求發布與留言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89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租客可主動發布租房需求（如偏好城市、預算、期望格局與入住日期），房東或平台其他用戶可針對該需求進行專屬留言，達成即時雙向媒合。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專案開發時程與階段目標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37360" y="13716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600" b="1">
                <a:solidFill>
                  <a:srgbClr val="0D9488"/>
                </a:solidFill>
                <a:latin typeface="Microsoft JhengHei"/>
              </a:defRPr>
            </a:pPr>
            <a:r>
              <a:t>第 1-2 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系統分析與介面設計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00400"/>
            <a:ext cx="2011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64748B"/>
                </a:solidFill>
                <a:latin typeface="Microsoft JhengHei"/>
              </a:defRPr>
            </a:pPr>
            <a:r>
              <a:t>• 需求細節確認與分析</a:t>
            </a:r>
            <a:br/>
            <a:r>
              <a:t>• 資料庫 Schema 詳細設計</a:t>
            </a:r>
            <a:br/>
            <a:r>
              <a:t>• UI/UX 視覺與網頁切版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0" y="13716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600" b="1">
                <a:solidFill>
                  <a:srgbClr val="0D9488"/>
                </a:solidFill>
                <a:latin typeface="Microsoft JhengHei"/>
              </a:defRPr>
            </a:pPr>
            <a:r>
              <a:t>第 3-6 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核心功能開發與模組串接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200400"/>
            <a:ext cx="2011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64748B"/>
                </a:solidFill>
                <a:latin typeface="Microsoft JhengHei"/>
              </a:defRPr>
            </a:pPr>
            <a:r>
              <a:t>• 用戶認證與權限管理</a:t>
            </a:r>
            <a:br/>
            <a:r>
              <a:t>• 房源/圖片上傳與預訂模組</a:t>
            </a:r>
            <a:br/>
            <a:r>
              <a:t>• 租客需求留言版功能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0" y="13716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600" b="1">
                <a:solidFill>
                  <a:srgbClr val="0D9488"/>
                </a:solidFill>
                <a:latin typeface="Microsoft JhengHei"/>
              </a:defRPr>
            </a:pPr>
            <a:r>
              <a:t>第 7-8 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688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系統測試與安全性優化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00400"/>
            <a:ext cx="2011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64748B"/>
                </a:solidFill>
                <a:latin typeface="Microsoft JhengHei"/>
              </a:defRPr>
            </a:pPr>
            <a:r>
              <a:t>• 單元測試與漏洞防範檢查</a:t>
            </a:r>
            <a:br/>
            <a:r>
              <a:t>• WhiteNoise 靜態檔案優化</a:t>
            </a:r>
            <a:br/>
            <a:r>
              <a:t>• 金流/地圖 API 模擬對接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0" y="13716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600" b="1">
                <a:solidFill>
                  <a:srgbClr val="2563EB"/>
                </a:solidFill>
                <a:latin typeface="Microsoft JhengHei"/>
              </a:defRPr>
            </a:pPr>
            <a:r>
              <a:t>第 9 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雲端部署、驗收與交付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200400"/>
            <a:ext cx="2011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64748B"/>
                </a:solidFill>
                <a:latin typeface="Microsoft JhengHei"/>
              </a:defRPr>
            </a:pPr>
            <a:r>
              <a:t>• 生產環境 Render 部署與上線</a:t>
            </a:r>
            <a:br/>
            <a:r>
              <a:t>• 使用者驗收測試 (UAT)</a:t>
            </a:r>
            <a:br/>
            <a:r>
              <a:t>• 程式碼、文件轉移與教練培訓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售後服務與保固維護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🔧 12 個月免費系統保固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自驗收日起提供 1 年免費程式 Bug 保固，保障平台穩定運作。保固範圍內程式故障皆由我方團隊第一時間修復。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📊 完整錯誤日誌與錯誤捕獲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Django 內建 Logging 機制自動紀錄重大錯誤，並可配置 Email/Webhook 自動警報，第一時間防堵程式崩潰，大幅降低停機損失。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40"/>
            <a:ext cx="5120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📖 健全的技術轉移與說明文件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交付程式碼時附帶後台操作手冊與部署文檔。並提供 2 小時的線上教育訓練，確保您的團隊能輕鬆接手系統日常維護與內容管理。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749040"/>
            <a:ext cx="5120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💾 資料庫定期雲端備份設計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配合 Render 與雲端資料庫之備份策略，設計每日自動備份，防範因伺服器故障或惡意攻擊而導致的數據丟失，安全無虞。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報價方案與付款時程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0D9488"/>
                </a:solidFill>
                <a:latin typeface="Microsoft JhengHei"/>
              </a:defRPr>
            </a:pPr>
            <a:r>
              <a:t>方案 A：現有原型優化快速上線版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NT$ 60,000 ~ 80,000 (開發期：約 4 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• 使用現有 Django `ShortStay` 原型進行客製調整</a:t>
            </a:r>
            <a:br/>
            <a:r>
              <a:t>• 精美套版視覺調整（無從零客製設計師訪談）</a:t>
            </a:r>
            <a:br/>
            <a:r>
              <a:t>• 基本功能測試，並直接部署至 Render + PostgreSQL</a:t>
            </a:r>
            <a:br/>
            <a:r>
              <a:t>• 提供 3 個月系統 Bug 保固與 1 小時線上操作教學</a:t>
            </a:r>
            <a:br/>
            <a:r>
              <a:t>👉 適合需要短時間內（一個月內）上線 DEMO 的業主。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2563EB"/>
                </a:solidFill>
                <a:latin typeface="Microsoft JhengHei"/>
              </a:defRPr>
            </a:pPr>
            <a:r>
              <a:t>方案 B：全功能客製化設計版 (推薦)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NT$ 120,000 ~ 150,000 (開發期：約 9 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2608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• 專屬 UI/UX 設計師參與訪談，打造獨一無二的前台視覺</a:t>
            </a:r>
            <a:br/>
            <a:r>
              <a:t>• 從零定製核心邏輯，支援第三方 Google/FB 登入</a:t>
            </a:r>
            <a:br/>
            <a:r>
              <a:t>• 串接第三方地圖 API (Google Maps) 及簡訊驗證 API</a:t>
            </a:r>
            <a:br/>
            <a:r>
              <a:t>• 完善的自動備份、伺服器監控與健全的技術交接文件</a:t>
            </a:r>
            <a:br/>
            <a:r>
              <a:t>• 提供 12 個月免費程式保固與 2 小時完整技術移轉培訓</a:t>
            </a:r>
            <a:br/>
            <a:r>
              <a:t>👉 適合需要建構品牌、高資安防護與長期營運的業主。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